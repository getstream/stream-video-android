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svg"/><Relationship Id="rId4" Type="http://schemas.openxmlformats.org/officeDocument/2006/relationships/image" Target="../media/image-21-4.png"/><Relationship Id="rId5" Type="http://schemas.openxmlformats.org/officeDocument/2006/relationships/image" Target="../media/image-2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347472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47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stream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1480" y="15544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SVC on Android, Debugged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11480" y="28529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hardware encoder debugging story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3310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Pratim Mallick  ·  Android SDK @ Stream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3675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RTC.ON 2026  ·  Kraków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65760" y="402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Stream Products</a:t>
            </a:r>
            <a:endParaRPr lang="en-US" sz="2800" dirty="0"/>
          </a:p>
        </p:txBody>
      </p:sp>
      <p:pic>
        <p:nvPicPr>
          <p:cNvPr id="6" name="Image 1" descr="/Users/pratimmallick/Projects/Stream/stream-video-android/docs/talks/build-assets/icon-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96012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3898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CHAT MESSAGING</a:t>
            </a:r>
            <a:endParaRPr lang="en-US" sz="1000" dirty="0"/>
          </a:p>
        </p:txBody>
      </p:sp>
      <p:pic>
        <p:nvPicPr>
          <p:cNvPr id="8" name="Image 2" descr="/Users/pratimmallick/Projects/Stream/stream-video-android/docs/talks/build-assets/product-ch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56" y="1719072"/>
            <a:ext cx="1815807" cy="3063240"/>
          </a:xfrm>
          <a:prstGeom prst="rect">
            <a:avLst/>
          </a:prstGeom>
        </p:spPr>
      </p:pic>
      <p:pic>
        <p:nvPicPr>
          <p:cNvPr id="9" name="Image 3" descr="/Users/pratimmallick/Projects/Stream/stream-video-android/docs/talks/build-assets/icon-vide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6996" y="96012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560320" y="13898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VIDEO &amp; AUDIO</a:t>
            </a:r>
            <a:endParaRPr lang="en-US" sz="1000" dirty="0"/>
          </a:p>
        </p:txBody>
      </p:sp>
      <p:pic>
        <p:nvPicPr>
          <p:cNvPr id="11" name="Image 4" descr="/Users/pratimmallick/Projects/Stream/stream-video-android/docs/talks/build-assets/product-vide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9193" y="1719072"/>
            <a:ext cx="1519654" cy="3063240"/>
          </a:xfrm>
          <a:prstGeom prst="rect">
            <a:avLst/>
          </a:prstGeom>
        </p:spPr>
      </p:pic>
      <p:pic>
        <p:nvPicPr>
          <p:cNvPr id="12" name="Image 5" descr="/Users/pratimmallick/Projects/Stream/stream-video-android/docs/talks/build-assets/icon-feed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556" y="960120"/>
            <a:ext cx="384048" cy="38404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754880" y="13898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ACTIVITY FEEDS</a:t>
            </a:r>
            <a:endParaRPr lang="en-US" sz="1000" dirty="0"/>
          </a:p>
        </p:txBody>
      </p:sp>
      <p:pic>
        <p:nvPicPr>
          <p:cNvPr id="14" name="Image 6" descr="/Users/pratimmallick/Projects/Stream/stream-video-android/docs/talks/build-assets/product-feed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7599" y="1719072"/>
            <a:ext cx="1411962" cy="3063240"/>
          </a:xfrm>
          <a:prstGeom prst="rect">
            <a:avLst/>
          </a:prstGeom>
        </p:spPr>
      </p:pic>
      <p:pic>
        <p:nvPicPr>
          <p:cNvPr id="15" name="Image 7" descr="/Users/pratimmallick/Projects/Stream/stream-video-android/docs/talks/build-assets/icon-mo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6116" y="960120"/>
            <a:ext cx="384048" cy="38404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6949440" y="13898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 MODERATION</a:t>
            </a:r>
            <a:endParaRPr lang="en-US" sz="1000" dirty="0"/>
          </a:p>
        </p:txBody>
      </p:sp>
      <p:pic>
        <p:nvPicPr>
          <p:cNvPr id="17" name="Image 8" descr="/Users/pratimmallick/Projects/Stream/stream-video-android/docs/talks/build-assets/product-mo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5160" y="1719072"/>
            <a:ext cx="1965960" cy="20584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STREAM  ·  RTC.ON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Agenda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011680"/>
            <a:ext cx="402336" cy="402336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2029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VP9 SVC 101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2231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it is, why we need it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761488"/>
            <a:ext cx="402336" cy="402336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27797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Debugging Story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29809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Symptom → Root cause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3511296"/>
            <a:ext cx="402336" cy="402336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35295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Hardware Capabilities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7307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we query the system?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4261104"/>
            <a:ext cx="402336" cy="402336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4279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Way Forward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44805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Practical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VP9 SVC 101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VP9 SVC 101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is Scalable Video Coding?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965960"/>
            <a:ext cx="1417320" cy="155448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2057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5488" y="2971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 encoder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 stream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83080" y="25146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148840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L3T3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48840" y="2176272"/>
            <a:ext cx="2468880" cy="438912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21762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S2  ·  720p  ·  30 fps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400300" y="2670048"/>
            <a:ext cx="1965960" cy="438912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00300" y="2670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S1  ·  360p  ·  15 fps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651760" y="3163824"/>
            <a:ext cx="1463040" cy="438912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1638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S0  ·  180p  ·  7.5 fps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25146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029200" y="1965960"/>
            <a:ext cx="1554480" cy="1554480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38928" y="20574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38928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 drops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layers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38928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decode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re-encode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29400" y="25146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6995160" y="1965960"/>
            <a:ext cx="1737360" cy="713232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95160" y="1965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720p viewer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995160" y="2807208"/>
            <a:ext cx="1737360" cy="713232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95160" y="280720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180p viewer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65760" y="3749040"/>
            <a:ext cx="4114800" cy="96012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SPATIAL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2920" y="4096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Resolution  ·  720p → 360p → 180p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663440" y="3749040"/>
            <a:ext cx="4069080" cy="96012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00600" y="38404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TEMPORAL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800600" y="409651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Frame rate  ·  30 → 15 → 7.5 fps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VP9 SVC 101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SVC? (vs Simulcast)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901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SVC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" y="2212848"/>
            <a:ext cx="1234440" cy="7772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 encode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9164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057400" y="2212848"/>
            <a:ext cx="960120" cy="777240"/>
          </a:xfrm>
          <a:prstGeom prst="rect">
            <a:avLst/>
          </a:prstGeom>
          <a:solidFill>
            <a:srgbClr val="0B23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223113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720p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360p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180p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63240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383280" y="2212848"/>
            <a:ext cx="868680" cy="7772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221284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148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 stream  ·  1 encoder  ·  SFU drops layers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1901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SIMULCAST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92040" y="2212848"/>
            <a:ext cx="1234440" cy="7772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 encodes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220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7220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7220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92240" y="2176272"/>
            <a:ext cx="777240" cy="256032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2176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720p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92240" y="2468880"/>
            <a:ext cx="777240" cy="256032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2468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360p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92240" y="2761488"/>
            <a:ext cx="777240" cy="256032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2761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180p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0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607808" y="2212848"/>
            <a:ext cx="868680" cy="7772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07808" y="221284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9204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 streams  ·  3 encoders  ·  more CPU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90288" y="1901952"/>
            <a:ext cx="10973" cy="1417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1480" y="3520440"/>
            <a:ext cx="8321040" cy="960120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352044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 mobile, CPU and battery win. SVC is the better fit — if the encoder can actually produce the layers.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Debugging Story</a:t>
            </a:r>
            <a:endParaRPr lang="en-US" sz="5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DEBUGGING STORY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Setup — Everything Works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011680"/>
            <a:ext cx="2560320" cy="14630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148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Android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Publisher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(VP9 HW)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089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L1T3  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2011680"/>
            <a:ext cx="1645920" cy="14630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040880" y="2011680"/>
            <a:ext cx="1645920" cy="14630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Subscriber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(1)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374904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 subscriber → SFU requests L1T3 (1 spatial, 3 temporal)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Hardware VP9 encoder handles this fine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Network quality: excellent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DEBUGGING STORY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3rd Participant Joins — Quality Drops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011680"/>
            <a:ext cx="2560320" cy="14630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148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Android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Publisher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(VP9 HW)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0896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L3T3_KEY 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2011680"/>
            <a:ext cx="1463040" cy="14630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2011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0" y="1920240"/>
            <a:ext cx="1554480" cy="64008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 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2697480"/>
            <a:ext cx="1554480" cy="64008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 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374904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Multiple subscribers → SFU switches to L3T3_KEY (3 spatial, 3 temporal)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 quality score drops immediately and never recovers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DEBUGGING STORY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Symptoms — Hardware VP9 Only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874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Observed only on hardware VP9. Software VP9 (libvpx) showed none of these.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286000"/>
            <a:ext cx="8321040" cy="7772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2286000"/>
            <a:ext cx="640080" cy="777240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2860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3774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 marked the stream as poor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26883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Score fell when the 3rd participant joined — and never recovered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3154680"/>
            <a:ext cx="8321040" cy="7772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3154680"/>
            <a:ext cx="640080" cy="777240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1546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32461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Encoder re-created in a loop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355701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Hardware encoder destroyed and recreated ~every 200ms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1480" y="4023360"/>
            <a:ext cx="8321040" cy="77724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480" y="4023360"/>
            <a:ext cx="640080" cy="777240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40233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34440" y="41148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Stats looked starved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34440" y="44256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targetBitrate reported ~71 kbps at 720×1280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Encoder Thrashing Loop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938528"/>
            <a:ext cx="1965960" cy="137160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938528"/>
            <a:ext cx="1965960" cy="7315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0665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2677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6FA0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QUALITYSCALER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468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720p → 540p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QP too high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67712" y="24231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560320" y="1938528"/>
            <a:ext cx="1965960" cy="137160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938528"/>
            <a:ext cx="1965960" cy="7315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51760" y="20665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51760" y="22677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6FA0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HW ENCODER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51760" y="2468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STOP / START ×2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51760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Surface → ByteBuffer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462272" y="24231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754880" y="1938528"/>
            <a:ext cx="1965960" cy="137160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1938528"/>
            <a:ext cx="1965960" cy="7315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20665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46320" y="22677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6FA0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GCC / BWE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46320" y="2468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Bitrate drops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46320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Huge frames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656832" y="24231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949440" y="1938528"/>
            <a:ext cx="1965960" cy="137160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49440" y="1938528"/>
            <a:ext cx="1965960" cy="7315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40880" y="20665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040880" y="22677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6FA0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QUALITYSCALER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40880" y="2468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540p → 720p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040880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QP too low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298448" y="3456432"/>
            <a:ext cx="27432" cy="201168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82128" y="3310128"/>
            <a:ext cx="27432" cy="34747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298448" y="3639312"/>
            <a:ext cx="6611112" cy="2743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554480" y="369417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←   back to 720p   ·   repeats every 5–10 seconds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11480" y="4023360"/>
            <a:ext cx="8321040" cy="822960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40233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Looked like the bitrate problem. We disabled QualityScaler — the loop stopped. The SFU still marked this stream as poor. So we went deeper.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Asked for 3 Layers — Encoder Sent 1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901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ASKED FOR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2084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L3T3_KEY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1480" y="2450592"/>
            <a:ext cx="3840480" cy="548640"/>
          </a:xfrm>
          <a:prstGeom prst="rect">
            <a:avLst/>
          </a:prstGeom>
          <a:solidFill>
            <a:srgbClr val="0B23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S2  ·  720p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 layer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3090672"/>
            <a:ext cx="2926080" cy="548640"/>
          </a:xfrm>
          <a:prstGeom prst="rect">
            <a:avLst/>
          </a:prstGeom>
          <a:solidFill>
            <a:srgbClr val="0B23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S1  ·  360p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3383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mid layer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325880" y="3730752"/>
            <a:ext cx="2011680" cy="548640"/>
          </a:xfrm>
          <a:prstGeom prst="rect">
            <a:avLst/>
          </a:prstGeom>
          <a:solidFill>
            <a:srgbClr val="0B23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2588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S0  ·  180p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 layer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9768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892040" y="1901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EF444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ENCODER PRODUCED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92040" y="2084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 flat stream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892040" y="2450592"/>
            <a:ext cx="3840480" cy="1828800"/>
          </a:xfrm>
          <a:prstGeom prst="rect">
            <a:avLst/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2880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720p only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0749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S1  ·  No S0  ·  Nothing to split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7492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~1.4 Mbps sent  —  not starved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11480" y="44074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 expected three layers. Hardware sent one. Stream marked poor.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Those Symptoms Happened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965960"/>
            <a:ext cx="502920" cy="658368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9659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20025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 marked the stream as poor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22768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 expected 3 spatial layers. Hardware sent 1.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2743200"/>
            <a:ext cx="502920" cy="658368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7432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27797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Encoder re-created in a loop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30540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QualityScaler flipped 720p ↔ 540p every 5–10s. Each flip recreates the HW encoder twice.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11480" y="3520440"/>
            <a:ext cx="502920" cy="658368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520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35570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Stats looked starved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383133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VP9 SVC stats bug — reports only the base layer, not the total (~1.5 Mbps).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11480" y="4343400"/>
            <a:ext cx="8321040" cy="502920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3434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Software VP9 never hit 01 or 02 — it produces real L3T3 layers and never tears down the encoder.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22402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Querying Hardware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Capabilities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HARDWARE CAPABILITIES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MediaCodec SVC Support — Temporal Only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901952"/>
            <a:ext cx="36576" cy="34747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You Can Query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Supported resolutions &amp; bitrates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Profile levels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Temporal layering schemas (KEY_TEMPORAL_LAYERING)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90288" y="1874520"/>
            <a:ext cx="10973" cy="22860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901952"/>
            <a:ext cx="36576" cy="34747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You Can't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Spatial layer support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"Does this encoder do L3T3?"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Multi-resolution SVC capability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1480" y="4023360"/>
            <a:ext cx="8321040" cy="822960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114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Android 17 (API 37) adds getSupportedLayeringSchemas() — but only returns temporal schemas like webrtc.svc.l1tN. The platform confirms: hardware SVC = temporal only.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Way Forward</a:t>
            </a:r>
            <a:endParaRPr lang="en-US" sz="5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WAY FORWARD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Software VP9 (libvpx) — Pros &amp; Cons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901952"/>
            <a:ext cx="36576" cy="34747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 Pros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True L3T3 — all 3 spatial layers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encoder re-creation issues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SFU quality stays stable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90288" y="1874520"/>
            <a:ext cx="10973" cy="22860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901952"/>
            <a:ext cx="36576" cy="347472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 Cons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2331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 CPU → qualityLimitationReason: cpu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Battery drains significantly faster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Frame rate may drop under load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" y="4389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Today's only complete fix for spatial SVC — but the CPU/battery cost is real on mobile.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WAY FORWARD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Production Data — Android Is the Outlier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8745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190 Android livestreams from a livestreaming customer — July 2026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40280"/>
          <a:ext cx="502920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C7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Host Type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C7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Median Quality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C7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Poor (&lt;70)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Android app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89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41%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iOS app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98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7%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Web browser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98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6%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OBS / external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99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0.4%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0" y="2240280"/>
            <a:ext cx="3063240" cy="1828800"/>
          </a:xfrm>
          <a:prstGeom prst="rect">
            <a:avLst/>
          </a:prstGeom>
          <a:solidFill>
            <a:srgbClr val="0B234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0" y="2240280"/>
            <a:ext cx="3063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33872" y="2359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Android VP9 breakdown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833872" y="2633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HW VP9 (Samsung)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72400" y="2633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100% poor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833872" y="2852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Median quality: 30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33872" y="3154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SW VP9 (libvpx)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7240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28% poor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833872" y="3374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CPU/battery limited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11480" y="4251960"/>
            <a:ext cx="8321040" cy="640080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43159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Neither VP9 path works reliably on Android. Hardware can't do SVC; software drains the device. A 720p cap doesn't help — the encoder is the bottleneck, not resolution.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WAY FORWARD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Broadcaster Mode — Server-Side Quality Ladder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011680"/>
            <a:ext cx="2194560" cy="128016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Android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 clean HW 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(H.264 or VP8)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solidFill>
            <a:srgbClr val="0B2347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2011680"/>
            <a:ext cx="2560320" cy="54864"/>
          </a:xfrm>
          <a:prstGeom prst="rect">
            <a:avLst/>
          </a:prstGeom>
          <a:solidFill>
            <a:srgbClr val="005FFF"/>
          </a:solidFill>
          <a:ln w="12700">
            <a:solidFill>
              <a:srgbClr val="005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Stream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(transcodes)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8328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Generates quality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ladder server-side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8932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89320" y="2514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8932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92240" y="1965960"/>
            <a:ext cx="2194560" cy="36576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720p viewer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92240" y="2423160"/>
            <a:ext cx="2194560" cy="36576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360p viewer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92240" y="2880360"/>
            <a:ext cx="2194560" cy="365760"/>
          </a:xfrm>
          <a:prstGeom prst="rect">
            <a:avLst/>
          </a:prstGeom>
          <a:solidFill>
            <a:srgbClr val="0B2347"/>
          </a:solidFill>
          <a:ln w="12700">
            <a:solidFill>
              <a:srgbClr val="1A3D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180p viewer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11480" y="342900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" y="34290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Phone publishes one stream on its best hardware codec — no SVC needed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11480" y="377647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" y="37764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Server generates the adaptive quality ladder viewers need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11480" y="4123944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5800" y="412394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CPU drain, no missing layers, no encoder re-creation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11480" y="447141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5800" y="447141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SDK option — opt-in for livestream / broadcast use cases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470916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SVC ON ANDROID, DEBUGGED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8321040" cy="10973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HW VP9 → temporal SVC only, spatial layers silently missing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24963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4963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SW VP9 → real SVC, but CPU/battery cost too high on mobile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0266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7240" y="302666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Neither path works — 100% HW failure, 28% SW failure in prod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" y="35570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355701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Broadcaster mode = phone sends 1 stream, server makes the ladder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1480" y="40873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5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7240" y="40873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API to query spatial SVC — you find out from the bitstream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2160" y="2011680"/>
            <a:ext cx="3063240" cy="3063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5087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502920" y="29077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02920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B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Pratim Mallick  ·  Stream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" y="4681728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7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SVC on Android, Debugged</dc:title>
  <dc:subject>PptxGenJS Presentation</dc:subject>
  <dc:creator>PptxGenJS</dc:creator>
  <cp:lastModifiedBy>PptxGenJS</cp:lastModifiedBy>
  <cp:revision>1</cp:revision>
  <dcterms:created xsi:type="dcterms:W3CDTF">2026-09-14T08:58:31Z</dcterms:created>
  <dcterms:modified xsi:type="dcterms:W3CDTF">2026-09-14T08:58:31Z</dcterms:modified>
</cp:coreProperties>
</file>