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svg"/><Relationship Id="rId4" Type="http://schemas.openxmlformats.org/officeDocument/2006/relationships/image" Target="../media/image-23-4.png"/><Relationship Id="rId5" Type="http://schemas.openxmlformats.org/officeDocument/2006/relationships/image" Target="../media/image-23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347472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34747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stream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11480" y="155448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SVC on Android, Debugged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11480" y="28529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hardware encoder debugging story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1480" y="33101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Pratim Mallick  ·  Android SDK @ Stream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36758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8A9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RTC.ON 2026  ·  Kraków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365760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STREAM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365760" y="4023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Stream Products</a:t>
            </a:r>
            <a:endParaRPr lang="en-US" sz="2800" dirty="0"/>
          </a:p>
        </p:txBody>
      </p:sp>
      <p:pic>
        <p:nvPicPr>
          <p:cNvPr id="6" name="Image 1" descr="/Users/pratimmallick/Projects/Stream/stream-video-android/docs/talks/build-assets/icon-ch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436" y="96012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13898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CHAT MESSAGING</a:t>
            </a:r>
            <a:endParaRPr lang="en-US" sz="1000" dirty="0"/>
          </a:p>
        </p:txBody>
      </p:sp>
      <p:pic>
        <p:nvPicPr>
          <p:cNvPr id="8" name="Image 2" descr="/Users/pratimmallick/Projects/Stream/stream-video-android/docs/talks/build-assets/product-cha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556" y="1719072"/>
            <a:ext cx="1815807" cy="3063240"/>
          </a:xfrm>
          <a:prstGeom prst="rect">
            <a:avLst/>
          </a:prstGeom>
        </p:spPr>
      </p:pic>
      <p:pic>
        <p:nvPicPr>
          <p:cNvPr id="9" name="Image 3" descr="/Users/pratimmallick/Projects/Stream/stream-video-android/docs/talks/build-assets/icon-vide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6996" y="960120"/>
            <a:ext cx="384048" cy="38404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2560320" y="13898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VIDEO &amp; AUDIO</a:t>
            </a:r>
            <a:endParaRPr lang="en-US" sz="1000" dirty="0"/>
          </a:p>
        </p:txBody>
      </p:sp>
      <p:pic>
        <p:nvPicPr>
          <p:cNvPr id="11" name="Image 4" descr="/Users/pratimmallick/Projects/Stream/stream-video-android/docs/talks/build-assets/product-vide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9193" y="1719072"/>
            <a:ext cx="1519654" cy="3063240"/>
          </a:xfrm>
          <a:prstGeom prst="rect">
            <a:avLst/>
          </a:prstGeom>
        </p:spPr>
      </p:pic>
      <p:pic>
        <p:nvPicPr>
          <p:cNvPr id="12" name="Image 5" descr="/Users/pratimmallick/Projects/Stream/stream-video-android/docs/talks/build-assets/icon-feed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1556" y="960120"/>
            <a:ext cx="384048" cy="384048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4754880" y="13898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ACTIVITY FEEDS</a:t>
            </a:r>
            <a:endParaRPr lang="en-US" sz="1000" dirty="0"/>
          </a:p>
        </p:txBody>
      </p:sp>
      <p:pic>
        <p:nvPicPr>
          <p:cNvPr id="14" name="Image 6" descr="/Users/pratimmallick/Projects/Stream/stream-video-android/docs/talks/build-assets/product-feed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7599" y="1719072"/>
            <a:ext cx="1411962" cy="3063240"/>
          </a:xfrm>
          <a:prstGeom prst="rect">
            <a:avLst/>
          </a:prstGeom>
        </p:spPr>
      </p:pic>
      <p:pic>
        <p:nvPicPr>
          <p:cNvPr id="15" name="Image 7" descr="/Users/pratimmallick/Projects/Stream/stream-video-android/docs/talks/build-assets/icon-mo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86116" y="960120"/>
            <a:ext cx="384048" cy="384048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6949440" y="13898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AUTO MODERATION</a:t>
            </a:r>
            <a:endParaRPr lang="en-US" sz="1000" dirty="0"/>
          </a:p>
        </p:txBody>
      </p:sp>
      <p:pic>
        <p:nvPicPr>
          <p:cNvPr id="17" name="Image 8" descr="/Users/pratimmallick/Projects/Stream/stream-video-android/docs/talks/build-assets/product-mo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5160" y="1719072"/>
            <a:ext cx="1965960" cy="20584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STREAM  ·  RTC.ON 2026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Agenda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2011680"/>
            <a:ext cx="402336" cy="402336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20299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VP9 SVC 101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60120" y="223113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it is, why we need it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11480" y="2761488"/>
            <a:ext cx="402336" cy="402336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60120" y="27797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Debugging Story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60120" y="298094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Symptom → Root cause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11480" y="3511296"/>
            <a:ext cx="402336" cy="402336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60120" y="352958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Hardware Capabilities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60120" y="373075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 we query the system?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11480" y="4261104"/>
            <a:ext cx="402336" cy="402336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1480" y="4261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60120" y="42793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Way Forward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0120" y="44805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Practical solutions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Shape 1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1480" y="22402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VP9 SVC 101</a:t>
            </a:r>
            <a:endParaRPr lang="en-US" sz="5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VP9 SVC 101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is Scalable Video Coding?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20040" y="1965960"/>
            <a:ext cx="1234440" cy="160020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0574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Encode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once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" y="29718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 encoder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 stream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554480" y="25603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810512" y="190195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" kern="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L3T3  ·  3 spatial × 3 temporal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487168" y="2084832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487168" y="2212848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291840" y="2084832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T1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291840" y="2212848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096512" y="2084832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096512" y="2212848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30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810512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487168" y="2377440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87168" y="23774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91840" y="2377440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91840" y="23774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096512" y="2377440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096512" y="23774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810512" y="2761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487168" y="2761488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487168" y="27614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360p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91840" y="2761488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91840" y="27614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360p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96512" y="2761488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096512" y="27614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360p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810512" y="3145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2487168" y="3145536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487168" y="314553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180p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291840" y="3145536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291840" y="314553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180p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096512" y="3145536"/>
            <a:ext cx="731520" cy="347472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096512" y="314553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180p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937760" y="25603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193792" y="1965960"/>
            <a:ext cx="1417320" cy="160020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303520" y="20574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303520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 drops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layers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5303520" y="2971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decode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re-encode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6611112" y="25603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000" dirty="0"/>
          </a:p>
        </p:txBody>
      </p:sp>
      <p:sp>
        <p:nvSpPr>
          <p:cNvPr id="46" name="Shape 43"/>
          <p:cNvSpPr/>
          <p:nvPr/>
        </p:nvSpPr>
        <p:spPr>
          <a:xfrm>
            <a:off x="6876288" y="1965960"/>
            <a:ext cx="1856232" cy="73152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76288" y="2011680"/>
            <a:ext cx="1856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S2T2 viewer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6876288" y="230428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  ·  30 fps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6876288" y="2834640"/>
            <a:ext cx="1856232" cy="73152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876288" y="2880360"/>
            <a:ext cx="1856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S0T0 viewer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6876288" y="317296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180p  ·  7.5 fps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320040" y="3749040"/>
            <a:ext cx="4160520" cy="96012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57200" y="384048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SPATIAL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457200" y="40965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S0 / S1 / S2  ·  180p → 360p → 720p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4663440" y="3749040"/>
            <a:ext cx="4069080" cy="96012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4800600" y="3840480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TEMPORAL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4800600" y="4096512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T0 / T1 / T2 on every S  ·  7.5 → 15 → 30 fps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VP9 SVC 101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Why SVC? (vs Simulcast)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9019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SVC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11480" y="2212848"/>
            <a:ext cx="123444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2212848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Phone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 encode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691640" y="23774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057400" y="2212848"/>
            <a:ext cx="96012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057400" y="2231136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360p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180p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063240" y="2377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3383280" y="2212848"/>
            <a:ext cx="86868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83280" y="22128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11480" y="3063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 stream  ·  1 encoder  ·  SFU drops layers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19019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SIMULCAST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892040" y="2212848"/>
            <a:ext cx="123444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92040" y="2212848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Phone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encodes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17220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72200" y="2468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17220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92240" y="2176272"/>
            <a:ext cx="777240" cy="256032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0" y="21762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92240" y="2468880"/>
            <a:ext cx="777240" cy="256032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92240" y="246888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360p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92240" y="2761488"/>
            <a:ext cx="777240" cy="256032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276148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180p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315200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7607808" y="2212848"/>
            <a:ext cx="86868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07808" y="22128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4892040" y="3063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streams  ·  3 encoders  ·  more CPU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90288" y="1901952"/>
            <a:ext cx="10973" cy="1417320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11480" y="3520440"/>
            <a:ext cx="8321040" cy="96012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94360" y="352044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 mobile, CPU and battery win. SVC is the better fit — if the encoder can actually produce the layers.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Shape 1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1480" y="22402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Debugging Story</a:t>
            </a:r>
            <a:endParaRPr lang="en-US" sz="5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DEBUGGING STORY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Setup — Everything Works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2011680"/>
            <a:ext cx="2560320" cy="14630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1488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Android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Publisher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(VP9 HW)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108960" y="2514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  L1T3  →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09160" y="2011680"/>
            <a:ext cx="1645920" cy="14630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09160" y="20116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040880" y="2011680"/>
            <a:ext cx="1645920" cy="14630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040880" y="20116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Subscriber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(1)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" y="374904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 subscriber → SFU requests L1T3 (1 spatial, 3 temporal)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Hardware VP9 encoder handles this fine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Network quality: excellent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DEBUGGING STORY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3rd Participant Joins — Quality Drops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2011680"/>
            <a:ext cx="2560320" cy="14630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1488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Android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Publisher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(VP9 HW)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108960" y="2514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 L3T3_KEY 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800600" y="2011680"/>
            <a:ext cx="1463040" cy="14630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20116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0080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858000" y="1920240"/>
            <a:ext cx="1554480" cy="64008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19202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Sub 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0" y="2697480"/>
            <a:ext cx="1554480" cy="64008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0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Sub 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11480" y="374904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Multiple subscribers → SFU switches to L3T3_KEY (3 spatial, 3 temporal)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 quality score drops immediately and never recovers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DEBUGGING STORY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Symptoms — Hardware VP9 Only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874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Observed only on hardware VP9. Software VP9 (libvpx) showed none of these.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2286000"/>
            <a:ext cx="832104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1480" y="2286000"/>
            <a:ext cx="640080" cy="77724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22860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237744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 marked the stream as poor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2688336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Score fell when the 3rd participant joined — and never recovered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1480" y="3154680"/>
            <a:ext cx="832104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11480" y="3154680"/>
            <a:ext cx="640080" cy="77724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1480" y="315468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324612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Encoder re-created in a loop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34440" y="3557016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Hardware encoder destroyed and recreated ~every 200ms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11480" y="4023360"/>
            <a:ext cx="832104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1480" y="4023360"/>
            <a:ext cx="640080" cy="77724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1480" y="402336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34440" y="411480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Stats looked starved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34440" y="4425696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targetBitrate reported ~71 kbps at 720×1280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DEBUGGING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Encoder Thrashing Loop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874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QualityScaler flips resolution. Hardware VP9 cannot scale in-place — each flip tears the encoder down twice.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2267712"/>
            <a:ext cx="1965960" cy="137160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2267712"/>
            <a:ext cx="1965960" cy="7315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23957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2596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QUALITYSCALER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980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 → 540p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QP too high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267712" y="2752344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560320" y="2267712"/>
            <a:ext cx="1965960" cy="137160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60320" y="2267712"/>
            <a:ext cx="1965960" cy="7315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651760" y="23957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651760" y="2596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HW ENCODER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651760" y="27980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STOP / START ×2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651760" y="3200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Surface → ByteBuffer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462272" y="2752344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4754880" y="2267712"/>
            <a:ext cx="1965960" cy="137160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0" y="2267712"/>
            <a:ext cx="1965960" cy="7315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23957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846320" y="2596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GCC / BWE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846320" y="27980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Bitrate drops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846320" y="3200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Huge frames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656832" y="2752344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6949440" y="2267712"/>
            <a:ext cx="1965960" cy="137160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949440" y="2267712"/>
            <a:ext cx="1965960" cy="7315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40880" y="23957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040880" y="2596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QUALITYSCALER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040880" y="27980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540p → 720p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040880" y="3200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QP too low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298448" y="3785616"/>
            <a:ext cx="27432" cy="201168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82128" y="3639312"/>
            <a:ext cx="27432" cy="34747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298448" y="3968496"/>
            <a:ext cx="6611112" cy="2743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554480" y="4023360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←   back to 720p   ·   repeats every 5–10 seconds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11480" y="4370832"/>
            <a:ext cx="8321040" cy="475488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94360" y="437083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Software VP9 scales in-place. Hardware cannot — so QualityScaler turns a QP adjustment into a full encoder recreate loop.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DEBUGGING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QualityScaler Off Stopped the Loop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1965960"/>
            <a:ext cx="4069080" cy="21488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1480" y="1965960"/>
            <a:ext cx="73152" cy="214884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0848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WE DID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3408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Turned QualityScaler off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78892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degradationPreference disabled the scaler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 ↔ 540p flipping stopped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Encoder recreate loop stopped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663440" y="1965960"/>
            <a:ext cx="4069080" cy="214884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1965960"/>
            <a:ext cx="73152" cy="214884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92040" y="20848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WAS LEFT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92040" y="23408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 still said poor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892040" y="278892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Quality score never recovered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Resolution switch was gone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stream was still broken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11480" y="4297680"/>
            <a:ext cx="8321040" cy="54864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42976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oscillation was real — and we stopped it. It was not the reason the SFU marked this stream as poor.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DEBUGGING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71 kbps Was a WebRTC Stats Bug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1965960"/>
            <a:ext cx="4069080" cy="201168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08483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STATS SAID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23317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71 kbps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94360" y="301752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targetBitrate at 720×1280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Looked like the encoder was starved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69080" cy="201168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208483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WAS ACTUALLY SENT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846320" y="23317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~1.4 Mbps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4846320" y="301752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bytesSent  ·  SFU cap 1.5 Mbps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BWE ~3 Mbps  —  not starved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1480" y="4114800"/>
            <a:ext cx="8321040" cy="77724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4360" y="41148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send_statistics_proxy.cc reports GetSpatialLayerSum(*simulcast_index) — the base spatial layer only, on single-SSRC VP9 SVC. The 71 kbps figure was a reporting artifact. Also not the real problem.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DEBUGGING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Asked for 3 Layers — Encoder Sent 1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901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ASKED FOR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L3T3_KEY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11480" y="2450592"/>
            <a:ext cx="3840480" cy="548640"/>
          </a:xfrm>
          <a:prstGeom prst="rect">
            <a:avLst/>
          </a:prstGeom>
          <a:solidFill>
            <a:srgbClr val="0B234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S2  ·  720p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11480" y="27432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top layer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68680" y="3090672"/>
            <a:ext cx="2926080" cy="548640"/>
          </a:xfrm>
          <a:prstGeom prst="rect">
            <a:avLst/>
          </a:prstGeom>
          <a:solidFill>
            <a:srgbClr val="0B234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S1  ·  360p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3383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mid layer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325880" y="3730752"/>
            <a:ext cx="2011680" cy="548640"/>
          </a:xfrm>
          <a:prstGeom prst="rect">
            <a:avLst/>
          </a:prstGeom>
          <a:solidFill>
            <a:srgbClr val="0B234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325880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S0  ·  180p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325880" y="4023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base layer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9768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4892040" y="1901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ENCODER PRODUCED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89204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 flat stream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892040" y="2450592"/>
            <a:ext cx="3840480" cy="1828800"/>
          </a:xfrm>
          <a:prstGeom prst="rect">
            <a:avLst/>
          </a:prstGeom>
          <a:solidFill>
            <a:srgbClr val="3A1A1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92040" y="2880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 only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5074920" y="3337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S1  ·  No S0  ·  Nothing to split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074920" y="3703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~1.4 Mbps sent  —  not starved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11480" y="440740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 expected three layers. Hardware sent one. Stream marked poor.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DEBUGGING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Real Problem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874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stopped the thrashing loop. The 71 kbps figure was a stats bug. The SFU was still right — the stream was broken.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2286000"/>
            <a:ext cx="4069080" cy="1965960"/>
          </a:xfrm>
          <a:prstGeom prst="rect">
            <a:avLst/>
          </a:prstGeom>
          <a:solidFill>
            <a:srgbClr val="0B2347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1480" y="2286000"/>
            <a:ext cx="73152" cy="196596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3957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HARDWARE VP9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6334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Temporal layers only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999232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Asked L3T3_KEY. Encoder sent one flat 720p stream. Wrapper hardcodes num_spatial_layers = 1. SFU expected three layers and marked the stream poor.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663440" y="2286000"/>
            <a:ext cx="4069080" cy="196596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63440" y="2286000"/>
            <a:ext cx="73152" cy="196596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92040" y="23957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SOFTWARE VP9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892040" y="26334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This never happens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892040" y="2999232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libvpx produces real L3T3 — all three spatial layers. It scales in-place. No encoder teardown. SFU quality stays stable.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1480" y="4434840"/>
            <a:ext cx="8321040" cy="45720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44348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encoder cannot produce spatial layers. That is what the SFU was scoring. Everything else was noise.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Shape 1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1480" y="22402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Querying Hardware</a:t>
            </a:r>
            <a:endParaRPr lang="en-US" sz="4800" dirty="0"/>
          </a:p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Capabilities</a:t>
            </a:r>
            <a:endParaRPr lang="en-US" sz="4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HARDWARE CAPABILITIES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MediaCodec SVC Support — Temporal Only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1901952"/>
            <a:ext cx="36576" cy="34747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9019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You Can Query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331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Supported resolutions &amp; bitrates</a:t>
            </a:r>
            <a:endParaRPr lang="en-US" sz="1400" dirty="0"/>
          </a:p>
          <a:p>
            <a:pPr>
              <a:spcAft>
                <a:spcPts val="7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Profile levels</a:t>
            </a:r>
            <a:endParaRPr lang="en-US" sz="1400" dirty="0"/>
          </a:p>
          <a:p>
            <a:pPr>
              <a:spcAft>
                <a:spcPts val="7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Temporal layering schemas (KEY_TEMPORAL_LAYERING)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90288" y="1874520"/>
            <a:ext cx="10973" cy="2286000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901952"/>
            <a:ext cx="36576" cy="34747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9019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You Can't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846320" y="2331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Spatial layer support</a:t>
            </a:r>
            <a:endParaRPr lang="en-US" sz="1400" dirty="0"/>
          </a:p>
          <a:p>
            <a:pPr>
              <a:spcAft>
                <a:spcPts val="7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"Does this encoder do L3T3?"</a:t>
            </a:r>
            <a:endParaRPr lang="en-US" sz="1400" dirty="0"/>
          </a:p>
          <a:p>
            <a:pPr>
              <a:spcAft>
                <a:spcPts val="7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Multi-resolution SVC capability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11480" y="4023360"/>
            <a:ext cx="8321040" cy="82296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1148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Android 17 (API 37) adds getSupportedLayeringSchemas() — but only returns temporal schemas like webrtc.svc.l1tN. The platform confirms: hardware SVC = temporal only.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Shape 1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1480" y="22402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Way Forward</a:t>
            </a:r>
            <a:endParaRPr lang="en-US" sz="5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WAY FORWARD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Software VP9 (libvpx) — Pros &amp; Cons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1901952"/>
            <a:ext cx="36576" cy="34747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9019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 Pros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33172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True L3T3 — all 3 spatial layers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encoder re-creation issues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SFU quality stays stable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90288" y="1874520"/>
            <a:ext cx="10973" cy="2286000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901952"/>
            <a:ext cx="36576" cy="347472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190195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✗ Cons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846320" y="233172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High CPU → qualityLimitationReason: cpu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Battery drains significantly faster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Frame rate may drop under load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Today's only complete fix for spatial SVC — but the CPU/battery cost is real on mobile.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WAY FORWARD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Production Data — Android Is the Outlier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8745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190 Android livestreams from a livestreaming customer — July 2026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40280"/>
          <a:ext cx="5029200" cy="18288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8C7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Host Type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8C7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Median Quality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8C7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Poor (&lt;70)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Android app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89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F4444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41%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iOS app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98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7%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Web browser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98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6%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OBS / external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99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0.4%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D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34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0" y="2240280"/>
            <a:ext cx="3063240" cy="1828800"/>
          </a:xfrm>
          <a:prstGeom prst="rect">
            <a:avLst/>
          </a:prstGeom>
          <a:solidFill>
            <a:srgbClr val="0B2347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0" y="2240280"/>
            <a:ext cx="306324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833872" y="23591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Android VP9 breakdown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833872" y="26334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HW VP9 (Samsung)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0" y="2633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poor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833872" y="2852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Median quality: 30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833872" y="31546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SW VP9 (libvpx)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772400" y="31546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28% poor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833872" y="3374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0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CPU/battery limited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11480" y="4251960"/>
            <a:ext cx="8321040" cy="64008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94360" y="43159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Neither VP9 path works reliably on Android. Hardware can't do SVC; software drains the device. A 720p cap doesn't help — the encoder is the bottleneck, not resolution.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WAY FORWARD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Broadcaster Mode — Server-Side Quality Ladder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1480" y="2011680"/>
            <a:ext cx="2194560" cy="128016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148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Android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Publisher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 clean HW stream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(H.264 or VP8)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7432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291840" y="2011680"/>
            <a:ext cx="2560320" cy="1280160"/>
          </a:xfrm>
          <a:prstGeom prst="rect">
            <a:avLst/>
          </a:prstGeom>
          <a:solidFill>
            <a:srgbClr val="0B2347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91840" y="2011680"/>
            <a:ext cx="2560320" cy="54864"/>
          </a:xfrm>
          <a:prstGeom prst="rect">
            <a:avLst/>
          </a:prstGeom>
          <a:solidFill>
            <a:srgbClr val="005FFF"/>
          </a:solidFill>
          <a:ln w="12700">
            <a:solidFill>
              <a:srgbClr val="005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8328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Stream 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(transcodes)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383280" y="2743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Generates quality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ladder server-side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89320" y="2194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989320" y="2514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89320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C55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492240" y="1965960"/>
            <a:ext cx="2194560" cy="36576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0" y="1965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720p viewer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92240" y="2423160"/>
            <a:ext cx="2194560" cy="36576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83680" y="2423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360p viewer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solidFill>
            <a:srgbClr val="0B2347"/>
          </a:solidFill>
          <a:ln w="12700">
            <a:solidFill>
              <a:srgbClr val="1A3D7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83680" y="2880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180p viewer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11480" y="3429000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85800" y="34290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Phone publishes one stream on its best hardware codec — no SVC needed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11480" y="3776472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5800" y="37764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Server generates the adaptive quality ladder viewers need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4123944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85800" y="4123944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CPU drain, no missing layers, no encoder re-creation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11480" y="4471416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85800" y="4471416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SDK option — opt-in for livestream / broadcast use cases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4709160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1148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SVC ON ANDROID, DEBUGGED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0" y="100584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11480" y="1783080"/>
            <a:ext cx="8321040" cy="10973"/>
          </a:xfrm>
          <a:prstGeom prst="rect">
            <a:avLst/>
          </a:prstGeom>
          <a:solidFill>
            <a:srgbClr val="1E3A6E"/>
          </a:solidFill>
          <a:ln w="12700">
            <a:solidFill>
              <a:srgbClr val="1E3A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19659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" y="19659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HW VP9 → temporal SVC only, spatial layers silently missing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11480" y="249631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4963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SW VP9 → real SVC, but CPU/battery cost too high on mobile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11480" y="3026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77240" y="302666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Neither path works — 100% HW failure, 28% SW failure in prod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11480" y="35570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" y="355701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Broadcaster mode = phone sends 1 stream, server makes the ladder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11480" y="40873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5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•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77240" y="40873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API to query spatial SVC — you find out from the bitstream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alphaModFix amt="82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2160" y="2011680"/>
            <a:ext cx="3063240" cy="3063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50876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1"/>
          <p:cNvSpPr/>
          <p:nvPr/>
        </p:nvSpPr>
        <p:spPr>
          <a:xfrm>
            <a:off x="502920" y="29077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02920" y="34930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B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Pratim Mallick  ·  Stream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5760" y="4681728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046720" y="164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7F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SVC on Android, Debugged</dc:title>
  <dc:subject>PptxGenJS Presentation</dc:subject>
  <dc:creator>PptxGenJS</dc:creator>
  <cp:lastModifiedBy>PptxGenJS</cp:lastModifiedBy>
  <cp:revision>1</cp:revision>
  <dcterms:created xsi:type="dcterms:W3CDTF">2026-09-14T09:56:20Z</dcterms:created>
  <dcterms:modified xsi:type="dcterms:W3CDTF">2026-09-14T09:56:20Z</dcterms:modified>
</cp:coreProperties>
</file>